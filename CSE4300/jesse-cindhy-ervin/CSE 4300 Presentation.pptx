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7" r:id="rId1"/>
  </p:sldMasterIdLst>
  <p:sldIdLst>
    <p:sldId id="256" r:id="rId2"/>
    <p:sldId id="257" r:id="rId3"/>
    <p:sldId id="264" r:id="rId4"/>
    <p:sldId id="259" r:id="rId5"/>
    <p:sldId id="260" r:id="rId6"/>
    <p:sldId id="258" r:id="rId7"/>
    <p:sldId id="268" r:id="rId8"/>
    <p:sldId id="273" r:id="rId9"/>
    <p:sldId id="270" r:id="rId10"/>
    <p:sldId id="271" r:id="rId11"/>
    <p:sldId id="272" r:id="rId12"/>
    <p:sldId id="263" r:id="rId13"/>
    <p:sldId id="265" r:id="rId14"/>
    <p:sldId id="266" r:id="rId15"/>
    <p:sldId id="274" r:id="rId16"/>
    <p:sldId id="267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2ED634-E0C1-6AF6-249F-4B944EF4608C}" v="1" dt="2025-11-14T22:19:54.083"/>
    <p1510:client id="{98D6B4C3-F205-4B21-CAC0-2BA6F4B42FF5}" v="505" dt="2025-11-14T22:40:07.281"/>
    <p1510:client id="{BDDC770B-235C-C280-658C-609093FD8C66}" v="50" dt="2025-11-15T18:55:43.534"/>
    <p1510:client id="{CD75B010-6D81-9006-2B71-1F424CD679A0}" v="732" dt="2025-11-16T01:29:18.919"/>
    <p1510:client id="{F661D892-578D-A207-1227-C9A154798DFD}" v="32" dt="2025-11-15T17:00:43.007"/>
    <p1510:client id="{F7AB2033-F8D3-76E8-26EB-0D2BAD9A194F}" v="96" dt="2025-11-15T20:04:33.5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uconn-my.sharepoint.com/personal/jesse_kuhns_uconn_edu/Documents/Book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uconn-my.sharepoint.com/personal/jesse_kuhns_uconn_edu/Documents/Book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Total Idle Time for Each Scheduler</a:t>
            </a:r>
          </a:p>
        </c:rich>
      </c:tx>
      <c:layout>
        <c:manualLayout>
          <c:xMode val="edge"/>
          <c:yMode val="edge"/>
          <c:x val="0.22370122484689414"/>
          <c:y val="3.47222222222222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1"/>
          <c:order val="0"/>
          <c:tx>
            <c:strRef>
              <c:f>{"CFS"}</c:f>
              <c:strCache>
                <c:ptCount val="1"/>
                <c:pt idx="0">
                  <c:v>CFS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Sheet1!D5:D9</c:f>
              <c:numCache>
                <c:formatCode>General</c:formatCode>
                <c:ptCount val="5"/>
                <c:pt idx="0">
                  <c:v>23</c:v>
                </c:pt>
                <c:pt idx="1">
                  <c:v>24</c:v>
                </c:pt>
                <c:pt idx="2">
                  <c:v>62</c:v>
                </c:pt>
                <c:pt idx="3">
                  <c:v>55</c:v>
                </c:pt>
                <c:pt idx="4">
                  <c:v>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A99-4606-8DAA-F0285D28B085}"/>
            </c:ext>
          </c:extLst>
        </c:ser>
        <c:ser>
          <c:idx val="2"/>
          <c:order val="1"/>
          <c:tx>
            <c:strRef>
              <c:f>{"RR"}</c:f>
              <c:strCache>
                <c:ptCount val="1"/>
                <c:pt idx="0">
                  <c:v>RR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Sheet1!H5:H9</c:f>
              <c:numCache>
                <c:formatCode>General</c:formatCode>
                <c:ptCount val="5"/>
                <c:pt idx="0">
                  <c:v>403</c:v>
                </c:pt>
                <c:pt idx="1">
                  <c:v>443</c:v>
                </c:pt>
                <c:pt idx="2">
                  <c:v>459</c:v>
                </c:pt>
                <c:pt idx="3">
                  <c:v>433</c:v>
                </c:pt>
                <c:pt idx="4">
                  <c:v>436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A99-4606-8DAA-F0285D28B085}"/>
            </c:ext>
          </c:extLst>
        </c:ser>
        <c:ser>
          <c:idx val="0"/>
          <c:order val="2"/>
          <c:tx>
            <c:strRef>
              <c:f>{"FIFO"}</c:f>
              <c:strCache>
                <c:ptCount val="1"/>
                <c:pt idx="0">
                  <c:v>FIFO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Sheet1!$D$13:$D$17</c:f>
              <c:numCache>
                <c:formatCode>General</c:formatCode>
                <c:ptCount val="5"/>
                <c:pt idx="0">
                  <c:v>492</c:v>
                </c:pt>
                <c:pt idx="1">
                  <c:v>648</c:v>
                </c:pt>
                <c:pt idx="2">
                  <c:v>579</c:v>
                </c:pt>
                <c:pt idx="3">
                  <c:v>509</c:v>
                </c:pt>
                <c:pt idx="4">
                  <c:v>449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A99-4606-8DAA-F0285D28B085}"/>
            </c:ext>
          </c:extLst>
        </c:ser>
        <c:ser>
          <c:idx val="3"/>
          <c:order val="3"/>
          <c:tx>
            <c:strRef>
              <c:f>{"Prio"}</c:f>
              <c:strCache>
                <c:ptCount val="1"/>
                <c:pt idx="0">
                  <c:v>Prio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Sheet1!H13:H17</c:f>
              <c:numCache>
                <c:formatCode>General</c:formatCode>
                <c:ptCount val="5"/>
                <c:pt idx="0">
                  <c:v>571</c:v>
                </c:pt>
                <c:pt idx="1">
                  <c:v>544</c:v>
                </c:pt>
                <c:pt idx="2">
                  <c:v>538</c:v>
                </c:pt>
                <c:pt idx="3">
                  <c:v>471</c:v>
                </c:pt>
                <c:pt idx="4">
                  <c:v>596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A99-4606-8DAA-F0285D28B08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48029703"/>
        <c:axId val="248031751"/>
      </c:lineChart>
      <c:catAx>
        <c:axId val="248029703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Test Number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48031751"/>
        <c:crosses val="autoZero"/>
        <c:auto val="1"/>
        <c:lblAlgn val="ctr"/>
        <c:lblOffset val="100"/>
        <c:noMultiLvlLbl val="0"/>
      </c:catAx>
      <c:valAx>
        <c:axId val="24803175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Idle Time in Seconds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48029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85115266841644799"/>
          <c:y val="0.17150335374744821"/>
          <c:w val="0.13009733158355205"/>
          <c:h val="0.3125021872265967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rgbClr val="595959"/>
      </a:solidFill>
      <a:prstDash val="solid"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Floating Point Operations per second for Each Scheduler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{"CFS"}</c:f>
              <c:strCache>
                <c:ptCount val="1"/>
                <c:pt idx="0">
                  <c:v>CFS</c:v>
                </c:pt>
              </c:strCache>
            </c:strRef>
          </c:tx>
          <c:spPr>
            <a:ln w="28575" cap="rnd">
              <a:solidFill>
                <a:srgbClr val="E87331"/>
              </a:solidFill>
              <a:prstDash val="solid"/>
              <a:round/>
            </a:ln>
            <a:effectLst/>
          </c:spPr>
          <c:marker>
            <c:symbol val="none"/>
          </c:marker>
          <c:val>
            <c:numRef>
              <c:f>Sheet1!$E$5:$E$9</c:f>
              <c:numCache>
                <c:formatCode>General</c:formatCode>
                <c:ptCount val="5"/>
                <c:pt idx="0">
                  <c:v>63984</c:v>
                </c:pt>
                <c:pt idx="1">
                  <c:v>63984</c:v>
                </c:pt>
                <c:pt idx="2">
                  <c:v>61578</c:v>
                </c:pt>
                <c:pt idx="3">
                  <c:v>61853</c:v>
                </c:pt>
                <c:pt idx="4">
                  <c:v>62616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1DE-4108-9663-2A2DA2F57C67}"/>
            </c:ext>
          </c:extLst>
        </c:ser>
        <c:ser>
          <c:idx val="1"/>
          <c:order val="1"/>
          <c:tx>
            <c:strRef>
              <c:f>{"RR"}</c:f>
              <c:strCache>
                <c:ptCount val="1"/>
                <c:pt idx="0">
                  <c:v>RR</c:v>
                </c:pt>
              </c:strCache>
            </c:strRef>
          </c:tx>
          <c:spPr>
            <a:ln w="28575" cap="rnd">
              <a:solidFill>
                <a:srgbClr val="145F82"/>
              </a:solidFill>
              <a:prstDash val="solid"/>
              <a:round/>
            </a:ln>
            <a:effectLst/>
          </c:spPr>
          <c:marker>
            <c:symbol val="none"/>
          </c:marker>
          <c:val>
            <c:numRef>
              <c:f>Sheet1!I5:I9</c:f>
              <c:numCache>
                <c:formatCode>General</c:formatCode>
                <c:ptCount val="5"/>
                <c:pt idx="0">
                  <c:v>49941</c:v>
                </c:pt>
                <c:pt idx="1">
                  <c:v>48623</c:v>
                </c:pt>
                <c:pt idx="2">
                  <c:v>48000</c:v>
                </c:pt>
                <c:pt idx="3">
                  <c:v>50086</c:v>
                </c:pt>
                <c:pt idx="4">
                  <c:v>48924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1DE-4108-9663-2A2DA2F57C67}"/>
            </c:ext>
          </c:extLst>
        </c:ser>
        <c:ser>
          <c:idx val="2"/>
          <c:order val="2"/>
          <c:tx>
            <c:strRef>
              <c:f>{"FIFO"}</c:f>
              <c:strCache>
                <c:ptCount val="1"/>
                <c:pt idx="0">
                  <c:v>FIFO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Sheet1!E13:E17</c:f>
              <c:numCache>
                <c:formatCode>General</c:formatCode>
                <c:ptCount val="5"/>
                <c:pt idx="0">
                  <c:v>47264</c:v>
                </c:pt>
                <c:pt idx="1">
                  <c:v>41971</c:v>
                </c:pt>
                <c:pt idx="2">
                  <c:v>43541</c:v>
                </c:pt>
                <c:pt idx="3">
                  <c:v>46873</c:v>
                </c:pt>
                <c:pt idx="4">
                  <c:v>48443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1DE-4108-9663-2A2DA2F57C67}"/>
            </c:ext>
          </c:extLst>
        </c:ser>
        <c:ser>
          <c:idx val="3"/>
          <c:order val="3"/>
          <c:tx>
            <c:strRef>
              <c:f>{"Prio"}</c:f>
              <c:strCache>
                <c:ptCount val="1"/>
                <c:pt idx="0">
                  <c:v>Prio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Sheet1!I13:I17</c:f>
              <c:numCache>
                <c:formatCode>General</c:formatCode>
                <c:ptCount val="5"/>
                <c:pt idx="0" formatCode="#,##0">
                  <c:v>43790</c:v>
                </c:pt>
                <c:pt idx="1">
                  <c:v>44929</c:v>
                </c:pt>
                <c:pt idx="2">
                  <c:v>45692</c:v>
                </c:pt>
                <c:pt idx="3">
                  <c:v>48854</c:v>
                </c:pt>
                <c:pt idx="4">
                  <c:v>43994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1DE-4108-9663-2A2DA2F57C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28519944"/>
        <c:axId val="1428534280"/>
      </c:lineChart>
      <c:catAx>
        <c:axId val="14285199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Test Number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28534280"/>
        <c:crosses val="autoZero"/>
        <c:auto val="1"/>
        <c:lblAlgn val="ctr"/>
        <c:lblOffset val="100"/>
        <c:noMultiLvlLbl val="0"/>
      </c:catAx>
      <c:valAx>
        <c:axId val="14285342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FPO per Second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285199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rgbClr val="595959"/>
      </a:solidFill>
      <a:prstDash val="solid"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D60141-EEBD-4EC1-8E34-0344C16A18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18308" y="0"/>
            <a:ext cx="6873692" cy="6858000"/>
          </a:xfrm>
          <a:custGeom>
            <a:avLst/>
            <a:gdLst>
              <a:gd name="connsiteX0" fmla="*/ 113289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5318308 w 12192000"/>
              <a:gd name="connsiteY3" fmla="*/ 6858000 h 6858000"/>
              <a:gd name="connsiteX4" fmla="*/ 11328897 w 12192000"/>
              <a:gd name="connsiteY4" fmla="*/ 4 h 6858000"/>
              <a:gd name="connsiteX5" fmla="*/ 11328898 w 12192000"/>
              <a:gd name="connsiteY5" fmla="*/ 2 h 6858000"/>
              <a:gd name="connsiteX6" fmla="*/ 0 w 12192000"/>
              <a:gd name="connsiteY6" fmla="*/ 0 h 6858000"/>
              <a:gd name="connsiteX7" fmla="*/ 6700 w 12192000"/>
              <a:gd name="connsiteY7" fmla="*/ 0 h 6858000"/>
              <a:gd name="connsiteX8" fmla="*/ 6700 w 12192000"/>
              <a:gd name="connsiteY8" fmla="*/ 6858000 h 6858000"/>
              <a:gd name="connsiteX9" fmla="*/ 0 w 12192000"/>
              <a:gd name="connsiteY9" fmla="*/ 6858000 h 6858000"/>
              <a:gd name="connsiteX0" fmla="*/ 113289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5318308 w 12192000"/>
              <a:gd name="connsiteY3" fmla="*/ 6858000 h 6858000"/>
              <a:gd name="connsiteX4" fmla="*/ 11328897 w 12192000"/>
              <a:gd name="connsiteY4" fmla="*/ 4 h 6858000"/>
              <a:gd name="connsiteX5" fmla="*/ 11328898 w 12192000"/>
              <a:gd name="connsiteY5" fmla="*/ 2 h 6858000"/>
              <a:gd name="connsiteX6" fmla="*/ 11328900 w 12192000"/>
              <a:gd name="connsiteY6" fmla="*/ 0 h 6858000"/>
              <a:gd name="connsiteX7" fmla="*/ 0 w 12192000"/>
              <a:gd name="connsiteY7" fmla="*/ 6858000 h 6858000"/>
              <a:gd name="connsiteX8" fmla="*/ 6700 w 12192000"/>
              <a:gd name="connsiteY8" fmla="*/ 0 h 6858000"/>
              <a:gd name="connsiteX9" fmla="*/ 6700 w 12192000"/>
              <a:gd name="connsiteY9" fmla="*/ 6858000 h 6858000"/>
              <a:gd name="connsiteX10" fmla="*/ 0 w 12192000"/>
              <a:gd name="connsiteY10" fmla="*/ 6858000 h 6858000"/>
              <a:gd name="connsiteX0" fmla="*/ 11322200 w 12185300"/>
              <a:gd name="connsiteY0" fmla="*/ 0 h 6858000"/>
              <a:gd name="connsiteX1" fmla="*/ 12185300 w 12185300"/>
              <a:gd name="connsiteY1" fmla="*/ 0 h 6858000"/>
              <a:gd name="connsiteX2" fmla="*/ 12185300 w 12185300"/>
              <a:gd name="connsiteY2" fmla="*/ 6858000 h 6858000"/>
              <a:gd name="connsiteX3" fmla="*/ 5311608 w 12185300"/>
              <a:gd name="connsiteY3" fmla="*/ 6858000 h 6858000"/>
              <a:gd name="connsiteX4" fmla="*/ 11322197 w 12185300"/>
              <a:gd name="connsiteY4" fmla="*/ 4 h 6858000"/>
              <a:gd name="connsiteX5" fmla="*/ 11322198 w 12185300"/>
              <a:gd name="connsiteY5" fmla="*/ 2 h 6858000"/>
              <a:gd name="connsiteX6" fmla="*/ 11322200 w 12185300"/>
              <a:gd name="connsiteY6" fmla="*/ 0 h 6858000"/>
              <a:gd name="connsiteX7" fmla="*/ 0 w 12185300"/>
              <a:gd name="connsiteY7" fmla="*/ 6858000 h 6858000"/>
              <a:gd name="connsiteX8" fmla="*/ 0 w 12185300"/>
              <a:gd name="connsiteY8" fmla="*/ 0 h 6858000"/>
              <a:gd name="connsiteX9" fmla="*/ 0 w 12185300"/>
              <a:gd name="connsiteY9" fmla="*/ 6858000 h 6858000"/>
              <a:gd name="connsiteX0" fmla="*/ 6010592 w 6873692"/>
              <a:gd name="connsiteY0" fmla="*/ 0 h 6858000"/>
              <a:gd name="connsiteX1" fmla="*/ 6873692 w 6873692"/>
              <a:gd name="connsiteY1" fmla="*/ 0 h 6858000"/>
              <a:gd name="connsiteX2" fmla="*/ 6873692 w 6873692"/>
              <a:gd name="connsiteY2" fmla="*/ 6858000 h 6858000"/>
              <a:gd name="connsiteX3" fmla="*/ 0 w 6873692"/>
              <a:gd name="connsiteY3" fmla="*/ 6858000 h 6858000"/>
              <a:gd name="connsiteX4" fmla="*/ 6010589 w 6873692"/>
              <a:gd name="connsiteY4" fmla="*/ 4 h 6858000"/>
              <a:gd name="connsiteX5" fmla="*/ 6010590 w 6873692"/>
              <a:gd name="connsiteY5" fmla="*/ 2 h 6858000"/>
              <a:gd name="connsiteX6" fmla="*/ 6010592 w 6873692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73692" h="6858000">
                <a:moveTo>
                  <a:pt x="6010592" y="0"/>
                </a:moveTo>
                <a:lnTo>
                  <a:pt x="6873692" y="0"/>
                </a:lnTo>
                <a:lnTo>
                  <a:pt x="6873692" y="6858000"/>
                </a:lnTo>
                <a:lnTo>
                  <a:pt x="0" y="6858000"/>
                </a:lnTo>
                <a:lnTo>
                  <a:pt x="6010589" y="4"/>
                </a:lnTo>
                <a:cubicBezTo>
                  <a:pt x="6010589" y="3"/>
                  <a:pt x="6010590" y="3"/>
                  <a:pt x="6010590" y="2"/>
                </a:cubicBezTo>
                <a:lnTo>
                  <a:pt x="6010592" y="0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FCBBA-905A-4FD1-BFBA-F3EE6DA264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81098"/>
            <a:ext cx="8986580" cy="2832404"/>
          </a:xfrm>
        </p:spPr>
        <p:txBody>
          <a:bodyPr anchor="t">
            <a:normAutofit/>
          </a:bodyPr>
          <a:lstStyle>
            <a:lvl1pPr algn="l">
              <a:lnSpc>
                <a:spcPct val="100000"/>
              </a:lnSpc>
              <a:defRPr sz="4800" cap="all" spc="3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DD287E-F1C8-463F-8429-D1B5B15825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5463522"/>
            <a:ext cx="8986580" cy="650311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1F44ED-7973-4A99-B2CA-A8962BCE0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F96F2-D6BE-49AC-A605-5AE87C3F2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7FC50-B13C-4B63-AE64-F71A6EDE6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75A547-BCD1-42BE-966E-53CA0AB93165}"/>
              </a:ext>
            </a:extLst>
          </p:cNvPr>
          <p:cNvCxnSpPr>
            <a:cxnSpLocks/>
          </p:cNvCxnSpPr>
          <p:nvPr/>
        </p:nvCxnSpPr>
        <p:spPr>
          <a:xfrm>
            <a:off x="1188357" y="5151666"/>
            <a:ext cx="982254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67038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CD6F3-88F1-4195-8395-57AA096BB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8D06C-EB08-40B3-AFB3-A62F44112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03962F-B413-4C4C-A490-724DDB9E7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71813-4E87-4C04-835D-76246010B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922BA3-033C-491E-A045-F0052AC19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361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E19AD-2EDD-4B4F-9F9E-46A444184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709738"/>
            <a:ext cx="8520952" cy="2852737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EE5927-21D5-4EBA-A112-CAD1BD38B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4589466"/>
            <a:ext cx="8520952" cy="813266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F0D16-9D87-4D76-A5A5-534E24B7D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5F387-5AAC-45D0-ABCE-B1CF4BC7E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8AF6FE-0006-4F40-A7FB-E0FDBADF7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754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8AADE-587E-4574-B21B-7ABDE5A23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F9DA5-4DFB-4211-A58A-FFD842C27A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3000" y="2339501"/>
            <a:ext cx="4798979" cy="35505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A99F26-66AF-4614-91CE-C93A24BAC2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50020" y="2339501"/>
            <a:ext cx="4798980" cy="35505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F678E-59B5-4DF9-ABCB-506B9CB70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B50A53-317B-444A-9BA2-F69CDBF5D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B269A1-B0FB-4C8F-B6AA-0718C92D3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513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2BBBF-42B2-4A5D-B145-46983A530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133272"/>
            <a:ext cx="9905999" cy="84630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04BE44-5271-4B5D-B649-35E3AF20B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2999" y="2067127"/>
            <a:ext cx="4798980" cy="710119"/>
          </a:xfrm>
        </p:spPr>
        <p:txBody>
          <a:bodyPr anchor="b">
            <a:normAutofit/>
          </a:bodyPr>
          <a:lstStyle>
            <a:lvl1pPr marL="0" indent="0">
              <a:buNone/>
              <a:defRPr sz="20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D7891E-0C0A-4688-97DD-C0715E3221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43001" y="2864795"/>
            <a:ext cx="4798978" cy="30253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5EAF30-3412-49B0-93D1-596CC2695B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50018" y="2067127"/>
            <a:ext cx="4798981" cy="710119"/>
          </a:xfrm>
        </p:spPr>
        <p:txBody>
          <a:bodyPr anchor="b">
            <a:normAutofit/>
          </a:bodyPr>
          <a:lstStyle>
            <a:lvl1pPr marL="0" indent="0">
              <a:buNone/>
              <a:defRPr sz="20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07B9B7-F41C-4314-9F0C-BB84547FB8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50019" y="2864795"/>
            <a:ext cx="4798982" cy="30253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21587F-6AFC-4906-86EB-6B0A86EEF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4BE2C5-583B-49BC-9864-B01EEF798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39B236-45F5-4CC6-8D53-A6903A1CC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4703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6B206-0678-4577-B79F-760526A5F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9300" y="1322615"/>
            <a:ext cx="8175171" cy="4212771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5FCB8-AFD3-4801-BBD6-9548F4CF7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6DACF8-CBC0-416B-B28E-EE18C4238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0C7421-FF49-4CE9-87D0-2B4FFE0E3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749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19CBFE-15AA-4447-9F9C-D8B0BEB24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B48227-EC1E-4063-9682-891A2DB1A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2C6A63-C3F4-4563-A542-9A41AC946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357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900C1-FE18-461C-801C-8626C7759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600200"/>
            <a:ext cx="3932237" cy="1964986"/>
          </a:xfrm>
        </p:spPr>
        <p:txBody>
          <a:bodyPr anchor="b">
            <a:normAutofit/>
          </a:bodyPr>
          <a:lstStyle>
            <a:lvl1pPr>
              <a:lnSpc>
                <a:spcPct val="110000"/>
              </a:lnSpc>
              <a:defRPr sz="2400" cap="all" spc="3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4CFF3-3406-49E3-9D5A-1BE90FFA5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7451" y="987425"/>
            <a:ext cx="5421548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3D14FF-9082-4BBA-BC7A-F4C5B78599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3000" y="3662464"/>
            <a:ext cx="3932237" cy="2206523"/>
          </a:xfrm>
        </p:spPr>
        <p:txBody>
          <a:bodyPr/>
          <a:lstStyle>
            <a:lvl1pPr marL="0" indent="0">
              <a:buNone/>
              <a:defRPr sz="16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5A2726-EB8E-4DF7-9A1B-F03BD8C71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9929BE-611C-4FE6-B0A5-E0FF9DF96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B90B32-1D0E-4BCD-8850-59EA235F7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291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A1460E-1069-4FCA-B04E-28F77C8610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13614" y="987425"/>
            <a:ext cx="5535386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138C1E-867B-4FE9-8783-9B1246AEB7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3000" y="3657601"/>
            <a:ext cx="3932236" cy="2211388"/>
          </a:xfrm>
        </p:spPr>
        <p:txBody>
          <a:bodyPr/>
          <a:lstStyle>
            <a:lvl1pPr marL="0" indent="0">
              <a:buNone/>
              <a:defRPr sz="16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721568-4870-46F2-9F7E-F41070201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B3CC65-0E73-45A1-9D4F-3F4559B3B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8C58CD-9BC3-431E-A7B4-D596A7F06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68F756-D171-474C-8B1A-C818032F6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600201"/>
            <a:ext cx="3932236" cy="1959428"/>
          </a:xfrm>
        </p:spPr>
        <p:txBody>
          <a:bodyPr anchor="b">
            <a:normAutofit/>
          </a:bodyPr>
          <a:lstStyle>
            <a:lvl1pPr>
              <a:lnSpc>
                <a:spcPct val="110000"/>
              </a:lnSpc>
              <a:defRPr sz="2400" cap="all" spc="300" baseline="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862222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A3BF2-BCE9-47D7-B1C0-1F0E4936B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2722E9-C3E4-48AF-996A-495AE659FA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9E516-382B-4845-93BF-20C16EE0D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96E16-F168-442A-843C-5D490D54B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61BEA-A969-437A-BD8B-CB1B709AD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3019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528449-3E11-45FF-BF3A-651867603E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572500" y="870625"/>
            <a:ext cx="2476499" cy="50292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C0EAB0-2DFA-4CBA-86B1-1826EF523D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143000" y="870625"/>
            <a:ext cx="7324928" cy="50292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A22F89-E1F5-45D7-945A-8A2886C4B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7E7E82-5FB8-4289-AD0C-0BA788E14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5A4046-1A2C-41F5-A177-1C3919C20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44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1C2F78B-DEE8-4195-A196-DFC51BDADFF9}"/>
              </a:ext>
            </a:extLst>
          </p:cNvPr>
          <p:cNvSpPr/>
          <p:nvPr/>
        </p:nvSpPr>
        <p:spPr>
          <a:xfrm>
            <a:off x="9749268" y="4070878"/>
            <a:ext cx="2442733" cy="2787123"/>
          </a:xfrm>
          <a:custGeom>
            <a:avLst/>
            <a:gdLst>
              <a:gd name="connsiteX0" fmla="*/ 2442733 w 2442733"/>
              <a:gd name="connsiteY0" fmla="*/ 0 h 2787123"/>
              <a:gd name="connsiteX1" fmla="*/ 2442733 w 2442733"/>
              <a:gd name="connsiteY1" fmla="*/ 2787123 h 2787123"/>
              <a:gd name="connsiteX2" fmla="*/ 0 w 2442733"/>
              <a:gd name="connsiteY2" fmla="*/ 2787123 h 2787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42733" h="2787123">
                <a:moveTo>
                  <a:pt x="2442733" y="0"/>
                </a:moveTo>
                <a:lnTo>
                  <a:pt x="2442733" y="2787123"/>
                </a:lnTo>
                <a:lnTo>
                  <a:pt x="0" y="2787123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1D79D08-4BE8-4799-BE09-5078DFEE2256}"/>
              </a:ext>
            </a:extLst>
          </p:cNvPr>
          <p:cNvSpPr/>
          <p:nvPr/>
        </p:nvSpPr>
        <p:spPr>
          <a:xfrm rot="10800000">
            <a:off x="0" y="0"/>
            <a:ext cx="2442733" cy="2787123"/>
          </a:xfrm>
          <a:custGeom>
            <a:avLst/>
            <a:gdLst>
              <a:gd name="connsiteX0" fmla="*/ 2442733 w 2442733"/>
              <a:gd name="connsiteY0" fmla="*/ 0 h 2787123"/>
              <a:gd name="connsiteX1" fmla="*/ 2442733 w 2442733"/>
              <a:gd name="connsiteY1" fmla="*/ 2787123 h 2787123"/>
              <a:gd name="connsiteX2" fmla="*/ 0 w 2442733"/>
              <a:gd name="connsiteY2" fmla="*/ 2787123 h 2787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442733" h="2787123">
                <a:moveTo>
                  <a:pt x="2442733" y="0"/>
                </a:moveTo>
                <a:lnTo>
                  <a:pt x="2442733" y="2787123"/>
                </a:lnTo>
                <a:lnTo>
                  <a:pt x="0" y="2787123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95D65A1-16CB-407F-993F-2A6D59BCC0C8}"/>
              </a:ext>
            </a:extLst>
          </p:cNvPr>
          <p:cNvCxnSpPr>
            <a:cxnSpLocks/>
          </p:cNvCxnSpPr>
          <p:nvPr/>
        </p:nvCxnSpPr>
        <p:spPr>
          <a:xfrm>
            <a:off x="1233837" y="6172200"/>
            <a:ext cx="976063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A018A2-815D-41B0-A189-FDF7A5E88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872935"/>
            <a:ext cx="9905999" cy="13608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DFAE63-1276-4C7C-BFF5-F5DF1CDB23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2332026"/>
            <a:ext cx="9905999" cy="35671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380268-2D73-487C-843B-51648AE181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88157" y="6356350"/>
            <a:ext cx="30933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fld id="{3CADBD16-5BFB-4D9F-9646-C75D1B53BBB6}" type="datetimeFigureOut">
              <a:rPr lang="en-US" smtClean="0"/>
              <a:pPr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F61E6D-D51F-4BD7-B59D-19AF179177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43000" y="6356350"/>
            <a:ext cx="3959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7701B1-1C93-41C2-AEE1-815DEA51B9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23186" y="6356350"/>
            <a:ext cx="6258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fld id="{C0722274-0FAA-4649-AA4E-4210F4F32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6583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0" r:id="rId6"/>
    <p:sldLayoutId id="2147483736" r:id="rId7"/>
    <p:sldLayoutId id="2147483737" r:id="rId8"/>
    <p:sldLayoutId id="2147483738" r:id="rId9"/>
    <p:sldLayoutId id="2147483739" r:id="rId10"/>
    <p:sldLayoutId id="2147483741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Tx/>
        <a:buNone/>
        <a:defRPr sz="1800" i="1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502920" indent="0" algn="l" defTabSz="914400" rtl="0" eaLnBrk="1" latinLnBrk="0" hangingPunct="1">
        <a:lnSpc>
          <a:spcPct val="120000"/>
        </a:lnSpc>
        <a:spcBef>
          <a:spcPts val="500"/>
        </a:spcBef>
        <a:buFontTx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73152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0105F5E-5B61-4F51-927C-5B28DB7DD9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5882C1C4-D961-459C-91C5-334ABD6E63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11608" y="0"/>
            <a:ext cx="6873692" cy="6858000"/>
          </a:xfrm>
          <a:custGeom>
            <a:avLst/>
            <a:gdLst>
              <a:gd name="connsiteX0" fmla="*/ 113289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5318308 w 12192000"/>
              <a:gd name="connsiteY3" fmla="*/ 6858000 h 6858000"/>
              <a:gd name="connsiteX4" fmla="*/ 11328897 w 12192000"/>
              <a:gd name="connsiteY4" fmla="*/ 4 h 6858000"/>
              <a:gd name="connsiteX5" fmla="*/ 11328898 w 12192000"/>
              <a:gd name="connsiteY5" fmla="*/ 2 h 6858000"/>
              <a:gd name="connsiteX6" fmla="*/ 0 w 12192000"/>
              <a:gd name="connsiteY6" fmla="*/ 0 h 6858000"/>
              <a:gd name="connsiteX7" fmla="*/ 6700 w 12192000"/>
              <a:gd name="connsiteY7" fmla="*/ 0 h 6858000"/>
              <a:gd name="connsiteX8" fmla="*/ 6700 w 12192000"/>
              <a:gd name="connsiteY8" fmla="*/ 6858000 h 6858000"/>
              <a:gd name="connsiteX9" fmla="*/ 0 w 12192000"/>
              <a:gd name="connsiteY9" fmla="*/ 6858000 h 6858000"/>
              <a:gd name="connsiteX0" fmla="*/ 113289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5318308 w 12192000"/>
              <a:gd name="connsiteY3" fmla="*/ 6858000 h 6858000"/>
              <a:gd name="connsiteX4" fmla="*/ 11328897 w 12192000"/>
              <a:gd name="connsiteY4" fmla="*/ 4 h 6858000"/>
              <a:gd name="connsiteX5" fmla="*/ 11328898 w 12192000"/>
              <a:gd name="connsiteY5" fmla="*/ 2 h 6858000"/>
              <a:gd name="connsiteX6" fmla="*/ 11328900 w 12192000"/>
              <a:gd name="connsiteY6" fmla="*/ 0 h 6858000"/>
              <a:gd name="connsiteX7" fmla="*/ 0 w 12192000"/>
              <a:gd name="connsiteY7" fmla="*/ 6858000 h 6858000"/>
              <a:gd name="connsiteX8" fmla="*/ 6700 w 12192000"/>
              <a:gd name="connsiteY8" fmla="*/ 0 h 6858000"/>
              <a:gd name="connsiteX9" fmla="*/ 6700 w 12192000"/>
              <a:gd name="connsiteY9" fmla="*/ 6858000 h 6858000"/>
              <a:gd name="connsiteX10" fmla="*/ 0 w 12192000"/>
              <a:gd name="connsiteY10" fmla="*/ 6858000 h 6858000"/>
              <a:gd name="connsiteX0" fmla="*/ 11322200 w 12185300"/>
              <a:gd name="connsiteY0" fmla="*/ 0 h 6858000"/>
              <a:gd name="connsiteX1" fmla="*/ 12185300 w 12185300"/>
              <a:gd name="connsiteY1" fmla="*/ 0 h 6858000"/>
              <a:gd name="connsiteX2" fmla="*/ 12185300 w 12185300"/>
              <a:gd name="connsiteY2" fmla="*/ 6858000 h 6858000"/>
              <a:gd name="connsiteX3" fmla="*/ 5311608 w 12185300"/>
              <a:gd name="connsiteY3" fmla="*/ 6858000 h 6858000"/>
              <a:gd name="connsiteX4" fmla="*/ 11322197 w 12185300"/>
              <a:gd name="connsiteY4" fmla="*/ 4 h 6858000"/>
              <a:gd name="connsiteX5" fmla="*/ 11322198 w 12185300"/>
              <a:gd name="connsiteY5" fmla="*/ 2 h 6858000"/>
              <a:gd name="connsiteX6" fmla="*/ 11322200 w 12185300"/>
              <a:gd name="connsiteY6" fmla="*/ 0 h 6858000"/>
              <a:gd name="connsiteX7" fmla="*/ 0 w 12185300"/>
              <a:gd name="connsiteY7" fmla="*/ 6858000 h 6858000"/>
              <a:gd name="connsiteX8" fmla="*/ 0 w 12185300"/>
              <a:gd name="connsiteY8" fmla="*/ 0 h 6858000"/>
              <a:gd name="connsiteX9" fmla="*/ 0 w 12185300"/>
              <a:gd name="connsiteY9" fmla="*/ 6858000 h 6858000"/>
              <a:gd name="connsiteX0" fmla="*/ 6010592 w 6873692"/>
              <a:gd name="connsiteY0" fmla="*/ 0 h 6858000"/>
              <a:gd name="connsiteX1" fmla="*/ 6873692 w 6873692"/>
              <a:gd name="connsiteY1" fmla="*/ 0 h 6858000"/>
              <a:gd name="connsiteX2" fmla="*/ 6873692 w 6873692"/>
              <a:gd name="connsiteY2" fmla="*/ 6858000 h 6858000"/>
              <a:gd name="connsiteX3" fmla="*/ 0 w 6873692"/>
              <a:gd name="connsiteY3" fmla="*/ 6858000 h 6858000"/>
              <a:gd name="connsiteX4" fmla="*/ 6010589 w 6873692"/>
              <a:gd name="connsiteY4" fmla="*/ 4 h 6858000"/>
              <a:gd name="connsiteX5" fmla="*/ 6010590 w 6873692"/>
              <a:gd name="connsiteY5" fmla="*/ 2 h 6858000"/>
              <a:gd name="connsiteX6" fmla="*/ 6010592 w 6873692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73692" h="6858000">
                <a:moveTo>
                  <a:pt x="6010592" y="0"/>
                </a:moveTo>
                <a:lnTo>
                  <a:pt x="6873692" y="0"/>
                </a:lnTo>
                <a:lnTo>
                  <a:pt x="6873692" y="6858000"/>
                </a:lnTo>
                <a:lnTo>
                  <a:pt x="0" y="6858000"/>
                </a:lnTo>
                <a:lnTo>
                  <a:pt x="6010589" y="4"/>
                </a:lnTo>
                <a:cubicBezTo>
                  <a:pt x="6010589" y="3"/>
                  <a:pt x="6010590" y="3"/>
                  <a:pt x="6010590" y="2"/>
                </a:cubicBezTo>
                <a:lnTo>
                  <a:pt x="6010592" y="0"/>
                </a:lnTo>
                <a:close/>
              </a:path>
            </a:pathLst>
          </a:cu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7B8B125-A98E-403C-9A7F-494FF789C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00" y="0"/>
            <a:ext cx="11322200" cy="6858000"/>
          </a:xfrm>
          <a:custGeom>
            <a:avLst/>
            <a:gdLst>
              <a:gd name="connsiteX0" fmla="*/ 0 w 11593823"/>
              <a:gd name="connsiteY0" fmla="*/ 0 h 6858000"/>
              <a:gd name="connsiteX1" fmla="*/ 2155010 w 11593823"/>
              <a:gd name="connsiteY1" fmla="*/ 0 h 6858000"/>
              <a:gd name="connsiteX2" fmla="*/ 4676142 w 11593823"/>
              <a:gd name="connsiteY2" fmla="*/ 0 h 6858000"/>
              <a:gd name="connsiteX3" fmla="*/ 4806770 w 11593823"/>
              <a:gd name="connsiteY3" fmla="*/ 0 h 6858000"/>
              <a:gd name="connsiteX4" fmla="*/ 4806770 w 11593823"/>
              <a:gd name="connsiteY4" fmla="*/ 2 h 6858000"/>
              <a:gd name="connsiteX5" fmla="*/ 9092864 w 11593823"/>
              <a:gd name="connsiteY5" fmla="*/ 2 h 6858000"/>
              <a:gd name="connsiteX6" fmla="*/ 9092866 w 11593823"/>
              <a:gd name="connsiteY6" fmla="*/ 0 h 6858000"/>
              <a:gd name="connsiteX7" fmla="*/ 11322200 w 11593823"/>
              <a:gd name="connsiteY7" fmla="*/ 0 h 6858000"/>
              <a:gd name="connsiteX8" fmla="*/ 11322198 w 11593823"/>
              <a:gd name="connsiteY8" fmla="*/ 2 h 6858000"/>
              <a:gd name="connsiteX9" fmla="*/ 11593823 w 11593823"/>
              <a:gd name="connsiteY9" fmla="*/ 2 h 6858000"/>
              <a:gd name="connsiteX10" fmla="*/ 11322197 w 11593823"/>
              <a:gd name="connsiteY10" fmla="*/ 4 h 6858000"/>
              <a:gd name="connsiteX11" fmla="*/ 5311608 w 11593823"/>
              <a:gd name="connsiteY11" fmla="*/ 6858000 h 6858000"/>
              <a:gd name="connsiteX12" fmla="*/ 5288856 w 11593823"/>
              <a:gd name="connsiteY12" fmla="*/ 6858000 h 6858000"/>
              <a:gd name="connsiteX13" fmla="*/ 4806770 w 11593823"/>
              <a:gd name="connsiteY13" fmla="*/ 6858000 h 6858000"/>
              <a:gd name="connsiteX14" fmla="*/ 4676142 w 11593823"/>
              <a:gd name="connsiteY14" fmla="*/ 6858000 h 6858000"/>
              <a:gd name="connsiteX15" fmla="*/ 3082273 w 11593823"/>
              <a:gd name="connsiteY15" fmla="*/ 6858000 h 6858000"/>
              <a:gd name="connsiteX16" fmla="*/ 2625273 w 11593823"/>
              <a:gd name="connsiteY16" fmla="*/ 6858000 h 6858000"/>
              <a:gd name="connsiteX17" fmla="*/ 2155010 w 11593823"/>
              <a:gd name="connsiteY17" fmla="*/ 6858000 h 6858000"/>
              <a:gd name="connsiteX18" fmla="*/ 0 w 11593823"/>
              <a:gd name="connsiteY18" fmla="*/ 6858000 h 6858000"/>
              <a:gd name="connsiteX0" fmla="*/ 0 w 11593823"/>
              <a:gd name="connsiteY0" fmla="*/ 0 h 6858000"/>
              <a:gd name="connsiteX1" fmla="*/ 2155010 w 11593823"/>
              <a:gd name="connsiteY1" fmla="*/ 0 h 6858000"/>
              <a:gd name="connsiteX2" fmla="*/ 4676142 w 11593823"/>
              <a:gd name="connsiteY2" fmla="*/ 0 h 6858000"/>
              <a:gd name="connsiteX3" fmla="*/ 4806770 w 11593823"/>
              <a:gd name="connsiteY3" fmla="*/ 0 h 6858000"/>
              <a:gd name="connsiteX4" fmla="*/ 4806770 w 11593823"/>
              <a:gd name="connsiteY4" fmla="*/ 2 h 6858000"/>
              <a:gd name="connsiteX5" fmla="*/ 9092864 w 11593823"/>
              <a:gd name="connsiteY5" fmla="*/ 2 h 6858000"/>
              <a:gd name="connsiteX6" fmla="*/ 11322200 w 11593823"/>
              <a:gd name="connsiteY6" fmla="*/ 0 h 6858000"/>
              <a:gd name="connsiteX7" fmla="*/ 11322198 w 11593823"/>
              <a:gd name="connsiteY7" fmla="*/ 2 h 6858000"/>
              <a:gd name="connsiteX8" fmla="*/ 11593823 w 11593823"/>
              <a:gd name="connsiteY8" fmla="*/ 2 h 6858000"/>
              <a:gd name="connsiteX9" fmla="*/ 11322197 w 11593823"/>
              <a:gd name="connsiteY9" fmla="*/ 4 h 6858000"/>
              <a:gd name="connsiteX10" fmla="*/ 5311608 w 11593823"/>
              <a:gd name="connsiteY10" fmla="*/ 6858000 h 6858000"/>
              <a:gd name="connsiteX11" fmla="*/ 5288856 w 11593823"/>
              <a:gd name="connsiteY11" fmla="*/ 6858000 h 6858000"/>
              <a:gd name="connsiteX12" fmla="*/ 4806770 w 11593823"/>
              <a:gd name="connsiteY12" fmla="*/ 6858000 h 6858000"/>
              <a:gd name="connsiteX13" fmla="*/ 4676142 w 11593823"/>
              <a:gd name="connsiteY13" fmla="*/ 6858000 h 6858000"/>
              <a:gd name="connsiteX14" fmla="*/ 3082273 w 11593823"/>
              <a:gd name="connsiteY14" fmla="*/ 6858000 h 6858000"/>
              <a:gd name="connsiteX15" fmla="*/ 2625273 w 11593823"/>
              <a:gd name="connsiteY15" fmla="*/ 6858000 h 6858000"/>
              <a:gd name="connsiteX16" fmla="*/ 2155010 w 11593823"/>
              <a:gd name="connsiteY16" fmla="*/ 6858000 h 6858000"/>
              <a:gd name="connsiteX17" fmla="*/ 0 w 11593823"/>
              <a:gd name="connsiteY17" fmla="*/ 6858000 h 6858000"/>
              <a:gd name="connsiteX18" fmla="*/ 0 w 11593823"/>
              <a:gd name="connsiteY18" fmla="*/ 0 h 6858000"/>
              <a:gd name="connsiteX0" fmla="*/ 0 w 11593823"/>
              <a:gd name="connsiteY0" fmla="*/ 0 h 6858000"/>
              <a:gd name="connsiteX1" fmla="*/ 2155010 w 11593823"/>
              <a:gd name="connsiteY1" fmla="*/ 0 h 6858000"/>
              <a:gd name="connsiteX2" fmla="*/ 4676142 w 11593823"/>
              <a:gd name="connsiteY2" fmla="*/ 0 h 6858000"/>
              <a:gd name="connsiteX3" fmla="*/ 4806770 w 11593823"/>
              <a:gd name="connsiteY3" fmla="*/ 0 h 6858000"/>
              <a:gd name="connsiteX4" fmla="*/ 4806770 w 11593823"/>
              <a:gd name="connsiteY4" fmla="*/ 2 h 6858000"/>
              <a:gd name="connsiteX5" fmla="*/ 11322200 w 11593823"/>
              <a:gd name="connsiteY5" fmla="*/ 0 h 6858000"/>
              <a:gd name="connsiteX6" fmla="*/ 11322198 w 11593823"/>
              <a:gd name="connsiteY6" fmla="*/ 2 h 6858000"/>
              <a:gd name="connsiteX7" fmla="*/ 11593823 w 11593823"/>
              <a:gd name="connsiteY7" fmla="*/ 2 h 6858000"/>
              <a:gd name="connsiteX8" fmla="*/ 11322197 w 11593823"/>
              <a:gd name="connsiteY8" fmla="*/ 4 h 6858000"/>
              <a:gd name="connsiteX9" fmla="*/ 5311608 w 11593823"/>
              <a:gd name="connsiteY9" fmla="*/ 6858000 h 6858000"/>
              <a:gd name="connsiteX10" fmla="*/ 5288856 w 11593823"/>
              <a:gd name="connsiteY10" fmla="*/ 6858000 h 6858000"/>
              <a:gd name="connsiteX11" fmla="*/ 4806770 w 11593823"/>
              <a:gd name="connsiteY11" fmla="*/ 6858000 h 6858000"/>
              <a:gd name="connsiteX12" fmla="*/ 4676142 w 11593823"/>
              <a:gd name="connsiteY12" fmla="*/ 6858000 h 6858000"/>
              <a:gd name="connsiteX13" fmla="*/ 3082273 w 11593823"/>
              <a:gd name="connsiteY13" fmla="*/ 6858000 h 6858000"/>
              <a:gd name="connsiteX14" fmla="*/ 2625273 w 11593823"/>
              <a:gd name="connsiteY14" fmla="*/ 6858000 h 6858000"/>
              <a:gd name="connsiteX15" fmla="*/ 2155010 w 11593823"/>
              <a:gd name="connsiteY15" fmla="*/ 6858000 h 6858000"/>
              <a:gd name="connsiteX16" fmla="*/ 0 w 11593823"/>
              <a:gd name="connsiteY16" fmla="*/ 6858000 h 6858000"/>
              <a:gd name="connsiteX17" fmla="*/ 0 w 11593823"/>
              <a:gd name="connsiteY17" fmla="*/ 0 h 6858000"/>
              <a:gd name="connsiteX0" fmla="*/ 0 w 11593823"/>
              <a:gd name="connsiteY0" fmla="*/ 0 h 6858000"/>
              <a:gd name="connsiteX1" fmla="*/ 2155010 w 11593823"/>
              <a:gd name="connsiteY1" fmla="*/ 0 h 6858000"/>
              <a:gd name="connsiteX2" fmla="*/ 4806770 w 11593823"/>
              <a:gd name="connsiteY2" fmla="*/ 0 h 6858000"/>
              <a:gd name="connsiteX3" fmla="*/ 4806770 w 11593823"/>
              <a:gd name="connsiteY3" fmla="*/ 2 h 6858000"/>
              <a:gd name="connsiteX4" fmla="*/ 11322200 w 11593823"/>
              <a:gd name="connsiteY4" fmla="*/ 0 h 6858000"/>
              <a:gd name="connsiteX5" fmla="*/ 11322198 w 11593823"/>
              <a:gd name="connsiteY5" fmla="*/ 2 h 6858000"/>
              <a:gd name="connsiteX6" fmla="*/ 11593823 w 11593823"/>
              <a:gd name="connsiteY6" fmla="*/ 2 h 6858000"/>
              <a:gd name="connsiteX7" fmla="*/ 11322197 w 11593823"/>
              <a:gd name="connsiteY7" fmla="*/ 4 h 6858000"/>
              <a:gd name="connsiteX8" fmla="*/ 5311608 w 11593823"/>
              <a:gd name="connsiteY8" fmla="*/ 6858000 h 6858000"/>
              <a:gd name="connsiteX9" fmla="*/ 5288856 w 11593823"/>
              <a:gd name="connsiteY9" fmla="*/ 6858000 h 6858000"/>
              <a:gd name="connsiteX10" fmla="*/ 4806770 w 11593823"/>
              <a:gd name="connsiteY10" fmla="*/ 6858000 h 6858000"/>
              <a:gd name="connsiteX11" fmla="*/ 4676142 w 11593823"/>
              <a:gd name="connsiteY11" fmla="*/ 6858000 h 6858000"/>
              <a:gd name="connsiteX12" fmla="*/ 3082273 w 11593823"/>
              <a:gd name="connsiteY12" fmla="*/ 6858000 h 6858000"/>
              <a:gd name="connsiteX13" fmla="*/ 2625273 w 11593823"/>
              <a:gd name="connsiteY13" fmla="*/ 6858000 h 6858000"/>
              <a:gd name="connsiteX14" fmla="*/ 2155010 w 11593823"/>
              <a:gd name="connsiteY14" fmla="*/ 6858000 h 6858000"/>
              <a:gd name="connsiteX15" fmla="*/ 0 w 11593823"/>
              <a:gd name="connsiteY15" fmla="*/ 6858000 h 6858000"/>
              <a:gd name="connsiteX16" fmla="*/ 0 w 11593823"/>
              <a:gd name="connsiteY16" fmla="*/ 0 h 6858000"/>
              <a:gd name="connsiteX0" fmla="*/ 0 w 11593823"/>
              <a:gd name="connsiteY0" fmla="*/ 0 h 6858000"/>
              <a:gd name="connsiteX1" fmla="*/ 2155010 w 11593823"/>
              <a:gd name="connsiteY1" fmla="*/ 0 h 6858000"/>
              <a:gd name="connsiteX2" fmla="*/ 4806770 w 11593823"/>
              <a:gd name="connsiteY2" fmla="*/ 0 h 6858000"/>
              <a:gd name="connsiteX3" fmla="*/ 11322200 w 11593823"/>
              <a:gd name="connsiteY3" fmla="*/ 0 h 6858000"/>
              <a:gd name="connsiteX4" fmla="*/ 11322198 w 11593823"/>
              <a:gd name="connsiteY4" fmla="*/ 2 h 6858000"/>
              <a:gd name="connsiteX5" fmla="*/ 11593823 w 11593823"/>
              <a:gd name="connsiteY5" fmla="*/ 2 h 6858000"/>
              <a:gd name="connsiteX6" fmla="*/ 11322197 w 11593823"/>
              <a:gd name="connsiteY6" fmla="*/ 4 h 6858000"/>
              <a:gd name="connsiteX7" fmla="*/ 5311608 w 11593823"/>
              <a:gd name="connsiteY7" fmla="*/ 6858000 h 6858000"/>
              <a:gd name="connsiteX8" fmla="*/ 5288856 w 11593823"/>
              <a:gd name="connsiteY8" fmla="*/ 6858000 h 6858000"/>
              <a:gd name="connsiteX9" fmla="*/ 4806770 w 11593823"/>
              <a:gd name="connsiteY9" fmla="*/ 6858000 h 6858000"/>
              <a:gd name="connsiteX10" fmla="*/ 4676142 w 11593823"/>
              <a:gd name="connsiteY10" fmla="*/ 6858000 h 6858000"/>
              <a:gd name="connsiteX11" fmla="*/ 3082273 w 11593823"/>
              <a:gd name="connsiteY11" fmla="*/ 6858000 h 6858000"/>
              <a:gd name="connsiteX12" fmla="*/ 2625273 w 11593823"/>
              <a:gd name="connsiteY12" fmla="*/ 6858000 h 6858000"/>
              <a:gd name="connsiteX13" fmla="*/ 2155010 w 11593823"/>
              <a:gd name="connsiteY13" fmla="*/ 6858000 h 6858000"/>
              <a:gd name="connsiteX14" fmla="*/ 0 w 11593823"/>
              <a:gd name="connsiteY14" fmla="*/ 6858000 h 6858000"/>
              <a:gd name="connsiteX15" fmla="*/ 0 w 11593823"/>
              <a:gd name="connsiteY15" fmla="*/ 0 h 6858000"/>
              <a:gd name="connsiteX0" fmla="*/ 0 w 11593823"/>
              <a:gd name="connsiteY0" fmla="*/ 0 h 6858000"/>
              <a:gd name="connsiteX1" fmla="*/ 2155010 w 11593823"/>
              <a:gd name="connsiteY1" fmla="*/ 0 h 6858000"/>
              <a:gd name="connsiteX2" fmla="*/ 11322200 w 11593823"/>
              <a:gd name="connsiteY2" fmla="*/ 0 h 6858000"/>
              <a:gd name="connsiteX3" fmla="*/ 11322198 w 11593823"/>
              <a:gd name="connsiteY3" fmla="*/ 2 h 6858000"/>
              <a:gd name="connsiteX4" fmla="*/ 11593823 w 11593823"/>
              <a:gd name="connsiteY4" fmla="*/ 2 h 6858000"/>
              <a:gd name="connsiteX5" fmla="*/ 11322197 w 11593823"/>
              <a:gd name="connsiteY5" fmla="*/ 4 h 6858000"/>
              <a:gd name="connsiteX6" fmla="*/ 5311608 w 11593823"/>
              <a:gd name="connsiteY6" fmla="*/ 6858000 h 6858000"/>
              <a:gd name="connsiteX7" fmla="*/ 5288856 w 11593823"/>
              <a:gd name="connsiteY7" fmla="*/ 6858000 h 6858000"/>
              <a:gd name="connsiteX8" fmla="*/ 4806770 w 11593823"/>
              <a:gd name="connsiteY8" fmla="*/ 6858000 h 6858000"/>
              <a:gd name="connsiteX9" fmla="*/ 4676142 w 11593823"/>
              <a:gd name="connsiteY9" fmla="*/ 6858000 h 6858000"/>
              <a:gd name="connsiteX10" fmla="*/ 3082273 w 11593823"/>
              <a:gd name="connsiteY10" fmla="*/ 6858000 h 6858000"/>
              <a:gd name="connsiteX11" fmla="*/ 2625273 w 11593823"/>
              <a:gd name="connsiteY11" fmla="*/ 6858000 h 6858000"/>
              <a:gd name="connsiteX12" fmla="*/ 2155010 w 11593823"/>
              <a:gd name="connsiteY12" fmla="*/ 6858000 h 6858000"/>
              <a:gd name="connsiteX13" fmla="*/ 0 w 11593823"/>
              <a:gd name="connsiteY13" fmla="*/ 6858000 h 6858000"/>
              <a:gd name="connsiteX14" fmla="*/ 0 w 11593823"/>
              <a:gd name="connsiteY14" fmla="*/ 0 h 6858000"/>
              <a:gd name="connsiteX0" fmla="*/ 0 w 11593823"/>
              <a:gd name="connsiteY0" fmla="*/ 0 h 6858000"/>
              <a:gd name="connsiteX1" fmla="*/ 11322200 w 11593823"/>
              <a:gd name="connsiteY1" fmla="*/ 0 h 6858000"/>
              <a:gd name="connsiteX2" fmla="*/ 11322198 w 11593823"/>
              <a:gd name="connsiteY2" fmla="*/ 2 h 6858000"/>
              <a:gd name="connsiteX3" fmla="*/ 11593823 w 11593823"/>
              <a:gd name="connsiteY3" fmla="*/ 2 h 6858000"/>
              <a:gd name="connsiteX4" fmla="*/ 11322197 w 11593823"/>
              <a:gd name="connsiteY4" fmla="*/ 4 h 6858000"/>
              <a:gd name="connsiteX5" fmla="*/ 5311608 w 11593823"/>
              <a:gd name="connsiteY5" fmla="*/ 6858000 h 6858000"/>
              <a:gd name="connsiteX6" fmla="*/ 5288856 w 11593823"/>
              <a:gd name="connsiteY6" fmla="*/ 6858000 h 6858000"/>
              <a:gd name="connsiteX7" fmla="*/ 4806770 w 11593823"/>
              <a:gd name="connsiteY7" fmla="*/ 6858000 h 6858000"/>
              <a:gd name="connsiteX8" fmla="*/ 4676142 w 11593823"/>
              <a:gd name="connsiteY8" fmla="*/ 6858000 h 6858000"/>
              <a:gd name="connsiteX9" fmla="*/ 3082273 w 11593823"/>
              <a:gd name="connsiteY9" fmla="*/ 6858000 h 6858000"/>
              <a:gd name="connsiteX10" fmla="*/ 2625273 w 11593823"/>
              <a:gd name="connsiteY10" fmla="*/ 6858000 h 6858000"/>
              <a:gd name="connsiteX11" fmla="*/ 2155010 w 11593823"/>
              <a:gd name="connsiteY11" fmla="*/ 6858000 h 6858000"/>
              <a:gd name="connsiteX12" fmla="*/ 0 w 11593823"/>
              <a:gd name="connsiteY12" fmla="*/ 6858000 h 6858000"/>
              <a:gd name="connsiteX13" fmla="*/ 0 w 11593823"/>
              <a:gd name="connsiteY13" fmla="*/ 0 h 6858000"/>
              <a:gd name="connsiteX0" fmla="*/ 0 w 11593823"/>
              <a:gd name="connsiteY0" fmla="*/ 0 h 6858000"/>
              <a:gd name="connsiteX1" fmla="*/ 11322200 w 11593823"/>
              <a:gd name="connsiteY1" fmla="*/ 0 h 6858000"/>
              <a:gd name="connsiteX2" fmla="*/ 11322198 w 11593823"/>
              <a:gd name="connsiteY2" fmla="*/ 2 h 6858000"/>
              <a:gd name="connsiteX3" fmla="*/ 11593823 w 11593823"/>
              <a:gd name="connsiteY3" fmla="*/ 2 h 6858000"/>
              <a:gd name="connsiteX4" fmla="*/ 11322197 w 11593823"/>
              <a:gd name="connsiteY4" fmla="*/ 4 h 6858000"/>
              <a:gd name="connsiteX5" fmla="*/ 5311608 w 11593823"/>
              <a:gd name="connsiteY5" fmla="*/ 6858000 h 6858000"/>
              <a:gd name="connsiteX6" fmla="*/ 5288856 w 11593823"/>
              <a:gd name="connsiteY6" fmla="*/ 6858000 h 6858000"/>
              <a:gd name="connsiteX7" fmla="*/ 4806770 w 11593823"/>
              <a:gd name="connsiteY7" fmla="*/ 6858000 h 6858000"/>
              <a:gd name="connsiteX8" fmla="*/ 4676142 w 11593823"/>
              <a:gd name="connsiteY8" fmla="*/ 6858000 h 6858000"/>
              <a:gd name="connsiteX9" fmla="*/ 2625273 w 11593823"/>
              <a:gd name="connsiteY9" fmla="*/ 6858000 h 6858000"/>
              <a:gd name="connsiteX10" fmla="*/ 2155010 w 11593823"/>
              <a:gd name="connsiteY10" fmla="*/ 6858000 h 6858000"/>
              <a:gd name="connsiteX11" fmla="*/ 0 w 11593823"/>
              <a:gd name="connsiteY11" fmla="*/ 6858000 h 6858000"/>
              <a:gd name="connsiteX12" fmla="*/ 0 w 11593823"/>
              <a:gd name="connsiteY12" fmla="*/ 0 h 6858000"/>
              <a:gd name="connsiteX0" fmla="*/ 0 w 11593823"/>
              <a:gd name="connsiteY0" fmla="*/ 0 h 6858000"/>
              <a:gd name="connsiteX1" fmla="*/ 11322200 w 11593823"/>
              <a:gd name="connsiteY1" fmla="*/ 0 h 6858000"/>
              <a:gd name="connsiteX2" fmla="*/ 11322198 w 11593823"/>
              <a:gd name="connsiteY2" fmla="*/ 2 h 6858000"/>
              <a:gd name="connsiteX3" fmla="*/ 11593823 w 11593823"/>
              <a:gd name="connsiteY3" fmla="*/ 2 h 6858000"/>
              <a:gd name="connsiteX4" fmla="*/ 11322197 w 11593823"/>
              <a:gd name="connsiteY4" fmla="*/ 4 h 6858000"/>
              <a:gd name="connsiteX5" fmla="*/ 5311608 w 11593823"/>
              <a:gd name="connsiteY5" fmla="*/ 6858000 h 6858000"/>
              <a:gd name="connsiteX6" fmla="*/ 5288856 w 11593823"/>
              <a:gd name="connsiteY6" fmla="*/ 6858000 h 6858000"/>
              <a:gd name="connsiteX7" fmla="*/ 4806770 w 11593823"/>
              <a:gd name="connsiteY7" fmla="*/ 6858000 h 6858000"/>
              <a:gd name="connsiteX8" fmla="*/ 4676142 w 11593823"/>
              <a:gd name="connsiteY8" fmla="*/ 6858000 h 6858000"/>
              <a:gd name="connsiteX9" fmla="*/ 2155010 w 11593823"/>
              <a:gd name="connsiteY9" fmla="*/ 6858000 h 6858000"/>
              <a:gd name="connsiteX10" fmla="*/ 0 w 11593823"/>
              <a:gd name="connsiteY10" fmla="*/ 6858000 h 6858000"/>
              <a:gd name="connsiteX11" fmla="*/ 0 w 11593823"/>
              <a:gd name="connsiteY11" fmla="*/ 0 h 6858000"/>
              <a:gd name="connsiteX0" fmla="*/ 0 w 11593823"/>
              <a:gd name="connsiteY0" fmla="*/ 0 h 6858000"/>
              <a:gd name="connsiteX1" fmla="*/ 11322200 w 11593823"/>
              <a:gd name="connsiteY1" fmla="*/ 0 h 6858000"/>
              <a:gd name="connsiteX2" fmla="*/ 11322198 w 11593823"/>
              <a:gd name="connsiteY2" fmla="*/ 2 h 6858000"/>
              <a:gd name="connsiteX3" fmla="*/ 11593823 w 11593823"/>
              <a:gd name="connsiteY3" fmla="*/ 2 h 6858000"/>
              <a:gd name="connsiteX4" fmla="*/ 11322197 w 11593823"/>
              <a:gd name="connsiteY4" fmla="*/ 4 h 6858000"/>
              <a:gd name="connsiteX5" fmla="*/ 5311608 w 11593823"/>
              <a:gd name="connsiteY5" fmla="*/ 6858000 h 6858000"/>
              <a:gd name="connsiteX6" fmla="*/ 5288856 w 11593823"/>
              <a:gd name="connsiteY6" fmla="*/ 6858000 h 6858000"/>
              <a:gd name="connsiteX7" fmla="*/ 4806770 w 11593823"/>
              <a:gd name="connsiteY7" fmla="*/ 6858000 h 6858000"/>
              <a:gd name="connsiteX8" fmla="*/ 4676142 w 11593823"/>
              <a:gd name="connsiteY8" fmla="*/ 6858000 h 6858000"/>
              <a:gd name="connsiteX9" fmla="*/ 2155010 w 11593823"/>
              <a:gd name="connsiteY9" fmla="*/ 6858000 h 6858000"/>
              <a:gd name="connsiteX10" fmla="*/ 0 w 11593823"/>
              <a:gd name="connsiteY10" fmla="*/ 6858000 h 6858000"/>
              <a:gd name="connsiteX11" fmla="*/ 0 w 11593823"/>
              <a:gd name="connsiteY11" fmla="*/ 0 h 6858000"/>
              <a:gd name="connsiteX0" fmla="*/ 0 w 11593823"/>
              <a:gd name="connsiteY0" fmla="*/ 0 h 6858000"/>
              <a:gd name="connsiteX1" fmla="*/ 11322200 w 11593823"/>
              <a:gd name="connsiteY1" fmla="*/ 0 h 6858000"/>
              <a:gd name="connsiteX2" fmla="*/ 11322198 w 11593823"/>
              <a:gd name="connsiteY2" fmla="*/ 2 h 6858000"/>
              <a:gd name="connsiteX3" fmla="*/ 11593823 w 11593823"/>
              <a:gd name="connsiteY3" fmla="*/ 2 h 6858000"/>
              <a:gd name="connsiteX4" fmla="*/ 11322197 w 11593823"/>
              <a:gd name="connsiteY4" fmla="*/ 4 h 6858000"/>
              <a:gd name="connsiteX5" fmla="*/ 5311608 w 11593823"/>
              <a:gd name="connsiteY5" fmla="*/ 6858000 h 6858000"/>
              <a:gd name="connsiteX6" fmla="*/ 5288856 w 11593823"/>
              <a:gd name="connsiteY6" fmla="*/ 6858000 h 6858000"/>
              <a:gd name="connsiteX7" fmla="*/ 4806770 w 11593823"/>
              <a:gd name="connsiteY7" fmla="*/ 6858000 h 6858000"/>
              <a:gd name="connsiteX8" fmla="*/ 4676142 w 11593823"/>
              <a:gd name="connsiteY8" fmla="*/ 6858000 h 6858000"/>
              <a:gd name="connsiteX9" fmla="*/ 0 w 11593823"/>
              <a:gd name="connsiteY9" fmla="*/ 6858000 h 6858000"/>
              <a:gd name="connsiteX10" fmla="*/ 0 w 11593823"/>
              <a:gd name="connsiteY10" fmla="*/ 0 h 6858000"/>
              <a:gd name="connsiteX0" fmla="*/ 0 w 11593823"/>
              <a:gd name="connsiteY0" fmla="*/ 0 h 6858000"/>
              <a:gd name="connsiteX1" fmla="*/ 11322200 w 11593823"/>
              <a:gd name="connsiteY1" fmla="*/ 0 h 6858000"/>
              <a:gd name="connsiteX2" fmla="*/ 11322198 w 11593823"/>
              <a:gd name="connsiteY2" fmla="*/ 2 h 6858000"/>
              <a:gd name="connsiteX3" fmla="*/ 11593823 w 11593823"/>
              <a:gd name="connsiteY3" fmla="*/ 2 h 6858000"/>
              <a:gd name="connsiteX4" fmla="*/ 11322197 w 11593823"/>
              <a:gd name="connsiteY4" fmla="*/ 4 h 6858000"/>
              <a:gd name="connsiteX5" fmla="*/ 5311608 w 11593823"/>
              <a:gd name="connsiteY5" fmla="*/ 6858000 h 6858000"/>
              <a:gd name="connsiteX6" fmla="*/ 5288856 w 11593823"/>
              <a:gd name="connsiteY6" fmla="*/ 6858000 h 6858000"/>
              <a:gd name="connsiteX7" fmla="*/ 4676142 w 11593823"/>
              <a:gd name="connsiteY7" fmla="*/ 6858000 h 6858000"/>
              <a:gd name="connsiteX8" fmla="*/ 0 w 11593823"/>
              <a:gd name="connsiteY8" fmla="*/ 6858000 h 6858000"/>
              <a:gd name="connsiteX9" fmla="*/ 0 w 11593823"/>
              <a:gd name="connsiteY9" fmla="*/ 0 h 6858000"/>
              <a:gd name="connsiteX0" fmla="*/ 0 w 11593823"/>
              <a:gd name="connsiteY0" fmla="*/ 0 h 6858000"/>
              <a:gd name="connsiteX1" fmla="*/ 11322200 w 11593823"/>
              <a:gd name="connsiteY1" fmla="*/ 0 h 6858000"/>
              <a:gd name="connsiteX2" fmla="*/ 11322198 w 11593823"/>
              <a:gd name="connsiteY2" fmla="*/ 2 h 6858000"/>
              <a:gd name="connsiteX3" fmla="*/ 11593823 w 11593823"/>
              <a:gd name="connsiteY3" fmla="*/ 2 h 6858000"/>
              <a:gd name="connsiteX4" fmla="*/ 11322197 w 11593823"/>
              <a:gd name="connsiteY4" fmla="*/ 4 h 6858000"/>
              <a:gd name="connsiteX5" fmla="*/ 5311608 w 11593823"/>
              <a:gd name="connsiteY5" fmla="*/ 6858000 h 6858000"/>
              <a:gd name="connsiteX6" fmla="*/ 5288856 w 11593823"/>
              <a:gd name="connsiteY6" fmla="*/ 6858000 h 6858000"/>
              <a:gd name="connsiteX7" fmla="*/ 0 w 11593823"/>
              <a:gd name="connsiteY7" fmla="*/ 6858000 h 6858000"/>
              <a:gd name="connsiteX8" fmla="*/ 0 w 11593823"/>
              <a:gd name="connsiteY8" fmla="*/ 0 h 6858000"/>
              <a:gd name="connsiteX0" fmla="*/ 0 w 11593823"/>
              <a:gd name="connsiteY0" fmla="*/ 0 h 6858000"/>
              <a:gd name="connsiteX1" fmla="*/ 11322200 w 11593823"/>
              <a:gd name="connsiteY1" fmla="*/ 0 h 6858000"/>
              <a:gd name="connsiteX2" fmla="*/ 11322198 w 11593823"/>
              <a:gd name="connsiteY2" fmla="*/ 2 h 6858000"/>
              <a:gd name="connsiteX3" fmla="*/ 11593823 w 11593823"/>
              <a:gd name="connsiteY3" fmla="*/ 2 h 6858000"/>
              <a:gd name="connsiteX4" fmla="*/ 11322197 w 11593823"/>
              <a:gd name="connsiteY4" fmla="*/ 4 h 6858000"/>
              <a:gd name="connsiteX5" fmla="*/ 5311608 w 11593823"/>
              <a:gd name="connsiteY5" fmla="*/ 6858000 h 6858000"/>
              <a:gd name="connsiteX6" fmla="*/ 0 w 11593823"/>
              <a:gd name="connsiteY6" fmla="*/ 6858000 h 6858000"/>
              <a:gd name="connsiteX7" fmla="*/ 0 w 11593823"/>
              <a:gd name="connsiteY7" fmla="*/ 0 h 6858000"/>
              <a:gd name="connsiteX0" fmla="*/ 0 w 11322200"/>
              <a:gd name="connsiteY0" fmla="*/ 0 h 6858000"/>
              <a:gd name="connsiteX1" fmla="*/ 11322200 w 11322200"/>
              <a:gd name="connsiteY1" fmla="*/ 0 h 6858000"/>
              <a:gd name="connsiteX2" fmla="*/ 11322198 w 11322200"/>
              <a:gd name="connsiteY2" fmla="*/ 2 h 6858000"/>
              <a:gd name="connsiteX3" fmla="*/ 11322197 w 11322200"/>
              <a:gd name="connsiteY3" fmla="*/ 4 h 6858000"/>
              <a:gd name="connsiteX4" fmla="*/ 5311608 w 11322200"/>
              <a:gd name="connsiteY4" fmla="*/ 6858000 h 6858000"/>
              <a:gd name="connsiteX5" fmla="*/ 0 w 11322200"/>
              <a:gd name="connsiteY5" fmla="*/ 6858000 h 6858000"/>
              <a:gd name="connsiteX6" fmla="*/ 0 w 11322200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2200" h="6858000">
                <a:moveTo>
                  <a:pt x="0" y="0"/>
                </a:moveTo>
                <a:lnTo>
                  <a:pt x="11322200" y="0"/>
                </a:lnTo>
                <a:lnTo>
                  <a:pt x="11322198" y="2"/>
                </a:lnTo>
                <a:cubicBezTo>
                  <a:pt x="11322198" y="3"/>
                  <a:pt x="11322197" y="3"/>
                  <a:pt x="11322197" y="4"/>
                </a:cubicBezTo>
                <a:lnTo>
                  <a:pt x="5311608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448C0B-11FD-3826-5E48-1ED8F9FD333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l="18274" r="21588"/>
          <a:stretch>
            <a:fillRect/>
          </a:stretch>
        </p:blipFill>
        <p:spPr>
          <a:xfrm>
            <a:off x="5318308" y="10"/>
            <a:ext cx="6873692" cy="6857990"/>
          </a:xfrm>
          <a:custGeom>
            <a:avLst/>
            <a:gdLst/>
            <a:ahLst/>
            <a:cxnLst/>
            <a:rect l="l" t="t" r="r" b="b"/>
            <a:pathLst>
              <a:path w="6873692" h="6858000">
                <a:moveTo>
                  <a:pt x="6010592" y="0"/>
                </a:moveTo>
                <a:lnTo>
                  <a:pt x="6873692" y="0"/>
                </a:lnTo>
                <a:lnTo>
                  <a:pt x="6873692" y="6858000"/>
                </a:lnTo>
                <a:lnTo>
                  <a:pt x="0" y="6858000"/>
                </a:lnTo>
                <a:lnTo>
                  <a:pt x="6010589" y="4"/>
                </a:lnTo>
                <a:cubicBezTo>
                  <a:pt x="6010589" y="3"/>
                  <a:pt x="6010590" y="3"/>
                  <a:pt x="6010590" y="2"/>
                </a:cubicBez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60891" y="1061686"/>
            <a:ext cx="7214624" cy="3101751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100"/>
              <a:t>Implementation of Different Scheduling Algorithms in Linux Kernel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62878" y="5453796"/>
            <a:ext cx="4503409" cy="978161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900" dirty="0"/>
              <a:t>CSE 4300</a:t>
            </a:r>
          </a:p>
          <a:p>
            <a:pPr>
              <a:lnSpc>
                <a:spcPct val="90000"/>
              </a:lnSpc>
            </a:pPr>
            <a:r>
              <a:rPr lang="en-US" sz="900" dirty="0"/>
              <a:t>Jiawen Chen</a:t>
            </a:r>
          </a:p>
          <a:p>
            <a:pPr>
              <a:lnSpc>
                <a:spcPct val="90000"/>
              </a:lnSpc>
            </a:pPr>
            <a:r>
              <a:rPr lang="en-US" sz="900" dirty="0"/>
              <a:t>Ervin Jimenez</a:t>
            </a:r>
          </a:p>
          <a:p>
            <a:pPr>
              <a:lnSpc>
                <a:spcPct val="90000"/>
              </a:lnSpc>
            </a:pPr>
            <a:r>
              <a:rPr lang="en-US" sz="900" dirty="0"/>
              <a:t>Jesse Kuhns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0B1C5DD-CB08-4407-9D12-CC2C42B04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88357" y="5151666"/>
            <a:ext cx="986064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24D65-402F-D4E7-CF8B-1F8A8415B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00C10-8509-D88B-6EB2-3D50CCB2C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Our team decided to explore the different algorithms mentioned in the lecture, and decided to try to implement them in the </a:t>
            </a:r>
            <a:r>
              <a:rPr lang="en-US" err="1"/>
              <a:t>linux</a:t>
            </a:r>
            <a:r>
              <a:rPr lang="en-US"/>
              <a:t> kernel and visualize how each perform compared to each other with data.</a:t>
            </a:r>
          </a:p>
        </p:txBody>
      </p:sp>
    </p:spTree>
    <p:extLst>
      <p:ext uri="{BB962C8B-B14F-4D97-AF65-F5344CB8AC3E}">
        <p14:creationId xmlns:p14="http://schemas.microsoft.com/office/powerpoint/2010/main" val="888777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A95F3-0880-5199-2880-0ED36CFFE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291" y="872935"/>
            <a:ext cx="9905999" cy="1360898"/>
          </a:xfrm>
        </p:spPr>
        <p:txBody>
          <a:bodyPr/>
          <a:lstStyle/>
          <a:p>
            <a:r>
              <a:rPr lang="en-US"/>
              <a:t>Before we start: Linux's Default Scheduler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F9C3A-035D-8585-816E-C623F7D465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Modular scheduler called Completely Fair Scheduler</a:t>
            </a:r>
          </a:p>
          <a:p>
            <a:r>
              <a:rPr lang="en-US" dirty="0"/>
              <a:t>A </a:t>
            </a:r>
            <a:r>
              <a:rPr lang="en-US" dirty="0" err="1"/>
              <a:t>core.c</a:t>
            </a:r>
            <a:r>
              <a:rPr lang="en-US" dirty="0"/>
              <a:t> to handle scheduling, interrupts and context switches, calls different scheduler classes files ( in the kernel/sched folder) to see which task to run next. 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74647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298E1-DD0C-7697-8FC5-6C9B5F985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Presentation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5B99B-2F20-6550-66BA-2A127A8E1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Algorithms Implemented </a:t>
            </a:r>
          </a:p>
          <a:p>
            <a:r>
              <a:rPr lang="en-US"/>
              <a:t>Testing Methods </a:t>
            </a:r>
          </a:p>
          <a:p>
            <a:r>
              <a:rPr lang="en-US"/>
              <a:t>Linux Kernel Implementation </a:t>
            </a:r>
          </a:p>
          <a:p>
            <a:r>
              <a:rPr lang="en-US"/>
              <a:t>EBPF Implementation</a:t>
            </a:r>
          </a:p>
          <a:p>
            <a:r>
              <a:rPr lang="en-US"/>
              <a:t>Testing results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360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D8DBE-F7B1-59C3-B638-489D2D089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Testing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492591-D6D9-7A3C-01A1-CDA89BA6F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About the test script for the scheduler: how is efficiency measured? How many processes are run? 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158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DD0CF-D489-902B-6973-99F6424A6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Algorithms 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CDB27A-A2AF-5DDA-FFDB-BB87345A98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FCFS</a:t>
            </a:r>
          </a:p>
          <a:p>
            <a:r>
              <a:rPr lang="en-US"/>
              <a:t>Priority</a:t>
            </a:r>
          </a:p>
          <a:p>
            <a:r>
              <a:rPr lang="en-US"/>
              <a:t>Round Robin</a:t>
            </a:r>
          </a:p>
          <a:p>
            <a:r>
              <a:rPr lang="en-US"/>
              <a:t>Shortest Job First</a:t>
            </a:r>
          </a:p>
        </p:txBody>
      </p:sp>
    </p:spTree>
    <p:extLst>
      <p:ext uri="{BB962C8B-B14F-4D97-AF65-F5344CB8AC3E}">
        <p14:creationId xmlns:p14="http://schemas.microsoft.com/office/powerpoint/2010/main" val="2608587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9CF50-DB8E-355B-9911-626A8A572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CFB2D-4779-2D51-5710-03CC4261F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-380355"/>
            <a:ext cx="9905999" cy="1360898"/>
          </a:xfrm>
        </p:spPr>
        <p:txBody>
          <a:bodyPr/>
          <a:lstStyle/>
          <a:p>
            <a:pPr algn="ctr"/>
            <a:r>
              <a:rPr lang="en-US" dirty="0"/>
              <a:t>Algorithm : FCFS</a:t>
            </a:r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66EB254-32AD-D975-8D61-7E72EFEE92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2" y="627553"/>
            <a:ext cx="12056253" cy="6234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4723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0A41E-86E9-2862-E51E-E88D22D57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A4763-2046-B7B9-523E-A423D400A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-380355"/>
            <a:ext cx="9905999" cy="1360898"/>
          </a:xfrm>
        </p:spPr>
        <p:txBody>
          <a:bodyPr/>
          <a:lstStyle/>
          <a:p>
            <a:pPr algn="ctr"/>
            <a:r>
              <a:rPr lang="en-US" dirty="0"/>
              <a:t>Algorithm : Priority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2D5D8C0-C387-6777-1C1A-97F836BA5A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0406"/>
            <a:ext cx="12192000" cy="6238819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145BA7-AE60-DF97-4484-7BAED7466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6473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25E97-1279-F925-5A96-3A265FB0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0702E-57CD-E732-BAAF-550FD5083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-380355"/>
            <a:ext cx="9905999" cy="1360898"/>
          </a:xfrm>
        </p:spPr>
        <p:txBody>
          <a:bodyPr/>
          <a:lstStyle/>
          <a:p>
            <a:pPr algn="ctr"/>
            <a:r>
              <a:rPr lang="en-US" dirty="0"/>
              <a:t>Algorithm : RR</a:t>
            </a:r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BAAEEFF-B125-CE3B-325A-D43B19EDC0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2" y="627553"/>
            <a:ext cx="12056253" cy="6234117"/>
          </a:xfrm>
          <a:prstGeom prst="rect">
            <a:avLst/>
          </a:prstGeom>
        </p:spPr>
      </p:pic>
      <p:pic>
        <p:nvPicPr>
          <p:cNvPr id="3" name="Picture 2" descr="A screenshot of a spreadsheet&#10;&#10;AI-generated content may be incorrect.">
            <a:extLst>
              <a:ext uri="{FF2B5EF4-FFF2-40B4-BE49-F238E27FC236}">
                <a16:creationId xmlns:a16="http://schemas.microsoft.com/office/drawing/2014/main" id="{E6E172D7-D7C8-87BC-C8A2-1FA66C7186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80575"/>
            <a:ext cx="12192000" cy="6318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1826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446AF-4160-75C3-C41C-1431A8369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580A9-9229-E765-0B3F-F66D5156B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-380355"/>
            <a:ext cx="9905999" cy="1360898"/>
          </a:xfrm>
        </p:spPr>
        <p:txBody>
          <a:bodyPr/>
          <a:lstStyle/>
          <a:p>
            <a:pPr algn="ctr"/>
            <a:r>
              <a:rPr lang="en-US" dirty="0"/>
              <a:t>Algorithm : SJF</a:t>
            </a:r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7A504CD-2E13-EC79-7E1D-335926865C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2" y="627553"/>
            <a:ext cx="12056253" cy="6234117"/>
          </a:xfrm>
          <a:prstGeom prst="rect">
            <a:avLst/>
          </a:prstGeom>
        </p:spPr>
      </p:pic>
      <p:pic>
        <p:nvPicPr>
          <p:cNvPr id="3" name="Picture 2" descr="A screenshot of a calendar&#10;&#10;AI-generated content may be incorrect.">
            <a:extLst>
              <a:ext uri="{FF2B5EF4-FFF2-40B4-BE49-F238E27FC236}">
                <a16:creationId xmlns:a16="http://schemas.microsoft.com/office/drawing/2014/main" id="{2670F0D1-0987-6A0C-AE05-CB33A0534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9022"/>
            <a:ext cx="12192000" cy="6231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4399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DCB6F-E664-D3D5-15A2-AE293040B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D4D91-29D8-1D3A-2BD3-106F81F67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-380355"/>
            <a:ext cx="9905999" cy="1360898"/>
          </a:xfrm>
        </p:spPr>
        <p:txBody>
          <a:bodyPr/>
          <a:lstStyle/>
          <a:p>
            <a:pPr algn="ctr"/>
            <a:r>
              <a:rPr lang="en-US" dirty="0"/>
              <a:t>Results</a:t>
            </a:r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BEF729C-7B3A-3075-2C6D-9186AD8F18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2" y="627553"/>
            <a:ext cx="12056253" cy="6234117"/>
          </a:xfrm>
          <a:prstGeom prst="rect">
            <a:avLst/>
          </a:prstGeom>
        </p:spPr>
      </p:pic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A1B015B6-C97E-ADAF-E16C-06420CA7E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4559"/>
            <a:ext cx="12192000" cy="6220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2192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22A4F-BFEA-913D-1378-1F4C431B5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Linux Kernel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045AA1-10DE-C60C-D482-C69E90F7EB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Actually putting the algorithms to use in the Linux Kernel requires modifications to the kernel files. </a:t>
            </a:r>
          </a:p>
          <a:p>
            <a:r>
              <a:rPr lang="en-US"/>
              <a:t>Our team has found two ways : modifying many individual files in the </a:t>
            </a:r>
            <a:r>
              <a:rPr lang="en-US" err="1"/>
              <a:t>linux</a:t>
            </a:r>
            <a:r>
              <a:rPr lang="en-US"/>
              <a:t> kernel, and a safer, more efficient method of using EBPF</a:t>
            </a:r>
          </a:p>
        </p:txBody>
      </p:sp>
    </p:spTree>
    <p:extLst>
      <p:ext uri="{BB962C8B-B14F-4D97-AF65-F5344CB8AC3E}">
        <p14:creationId xmlns:p14="http://schemas.microsoft.com/office/powerpoint/2010/main" val="37637183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89E51-B982-0B3C-B5E1-5FDEDB984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Linux Kernel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FE5355-C2ED-0AF9-3452-938FA5A61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Font typeface="Calibri,Sans-Serif" panose="020B0604020202020204" pitchFamily="34" charset="0"/>
              <a:buChar char="-"/>
            </a:pPr>
            <a:r>
              <a:rPr lang="en-US" dirty="0"/>
              <a:t>Requires thousands of lines of code</a:t>
            </a:r>
          </a:p>
          <a:p>
            <a:pPr marL="514350" lvl="1" indent="-285750">
              <a:buFont typeface="Calibri,Sans-Serif" panose="020B0604020202020204" pitchFamily="34" charset="0"/>
              <a:buChar char="-"/>
            </a:pPr>
            <a:r>
              <a:rPr lang="en-US" i="0" dirty="0" err="1"/>
              <a:t>rt.c</a:t>
            </a:r>
            <a:r>
              <a:rPr lang="en-US" i="0" dirty="0"/>
              <a:t>, the scheduling class for just FIFO and RR, is 2,938 lines long</a:t>
            </a:r>
          </a:p>
          <a:p>
            <a:pPr marL="514350" lvl="1" indent="-285750">
              <a:buFont typeface="Calibri,Sans-Serif" panose="020B0604020202020204" pitchFamily="34" charset="0"/>
              <a:buChar char="-"/>
            </a:pPr>
            <a:r>
              <a:rPr lang="en-US" i="0" dirty="0" err="1"/>
              <a:t>sched.h</a:t>
            </a:r>
            <a:r>
              <a:rPr lang="en-US" i="0" dirty="0"/>
              <a:t>, the header file for scheduler types and methods, is 3,903 lines</a:t>
            </a:r>
            <a:endParaRPr lang="en-US" dirty="0"/>
          </a:p>
          <a:p>
            <a:pPr>
              <a:buFont typeface="Calibri" panose="020B0604020202020204" pitchFamily="34" charset="0"/>
              <a:buChar char="-"/>
            </a:pPr>
            <a:r>
              <a:rPr lang="en-US" dirty="0"/>
              <a:t>Changes made directly to the kernel are very risky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 dirty="0"/>
              <a:t>Work can be reduced by piggybacking off existing schedulers</a:t>
            </a:r>
          </a:p>
          <a:p>
            <a:pPr lvl="2">
              <a:buFont typeface="Calibri"/>
              <a:buChar char="-"/>
            </a:pPr>
            <a:r>
              <a:rPr lang="en-US" dirty="0"/>
              <a:t>Still a mammoth undertaking!</a:t>
            </a:r>
          </a:p>
          <a:p>
            <a:pPr lvl="2">
              <a:buFont typeface="Calibri"/>
              <a:buChar char="-"/>
            </a:pPr>
            <a:r>
              <a:rPr lang="en-US" dirty="0"/>
              <a:t>You need to know how it works to know what to take</a:t>
            </a:r>
          </a:p>
        </p:txBody>
      </p:sp>
    </p:spTree>
    <p:extLst>
      <p:ext uri="{BB962C8B-B14F-4D97-AF65-F5344CB8AC3E}">
        <p14:creationId xmlns:p14="http://schemas.microsoft.com/office/powerpoint/2010/main" val="37438336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2FFE8-8B7A-203E-0CE2-75A3B154F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eBPF</a:t>
            </a:r>
            <a:r>
              <a:rPr lang="en-US" dirty="0"/>
              <a:t>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359EA-326C-3165-B45D-27D56281B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Font typeface="Calibri" panose="020B0604020202020204" pitchFamily="34" charset="0"/>
              <a:buChar char="-"/>
            </a:pPr>
            <a:r>
              <a:rPr lang="en-US" dirty="0"/>
              <a:t>Significantly more straightforward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 dirty="0"/>
              <a:t>Allows you to leverage existing infrastructure in a safer, easier way</a:t>
            </a:r>
          </a:p>
          <a:p>
            <a:pPr lvl="2">
              <a:buFont typeface="Calibri" panose="020B0604020202020204" pitchFamily="34" charset="0"/>
              <a:buChar char="-"/>
            </a:pPr>
            <a:r>
              <a:rPr lang="en-US" dirty="0"/>
              <a:t>Extensible scheduler class (</a:t>
            </a:r>
            <a:r>
              <a:rPr lang="en-US" dirty="0" err="1"/>
              <a:t>sched_ext</a:t>
            </a:r>
            <a:r>
              <a:rPr lang="en-US" dirty="0"/>
              <a:t>)</a:t>
            </a:r>
            <a:endParaRPr lang="en-US" i="0" dirty="0"/>
          </a:p>
          <a:p>
            <a:pPr>
              <a:buFont typeface="Calibri" panose="020B0604020202020204" pitchFamily="34" charset="0"/>
              <a:buChar char="-"/>
            </a:pPr>
            <a:r>
              <a:rPr lang="en-US" dirty="0"/>
              <a:t>Schedulers can be written in dozens of lines of code, rather than thousands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 dirty="0"/>
              <a:t>To use it, all you have to do is compile it with clang, and register it with the kernel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 dirty="0"/>
              <a:t>Once running, they keep working until you manually stop them</a:t>
            </a:r>
          </a:p>
        </p:txBody>
      </p:sp>
      <p:pic>
        <p:nvPicPr>
          <p:cNvPr id="4" name="Picture 3" descr="A computer screen shot of text&#10;&#10;AI-generated content may be incorrect.">
            <a:extLst>
              <a:ext uri="{FF2B5EF4-FFF2-40B4-BE49-F238E27FC236}">
                <a16:creationId xmlns:a16="http://schemas.microsoft.com/office/drawing/2014/main" id="{FD67710F-5029-C297-577B-BCBD31E06B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230" t="2295" r="77" b="-676"/>
          <a:stretch>
            <a:fillRect/>
          </a:stretch>
        </p:blipFill>
        <p:spPr>
          <a:xfrm>
            <a:off x="5032" y="5354907"/>
            <a:ext cx="4962350" cy="1499817"/>
          </a:xfrm>
          <a:prstGeom prst="rect">
            <a:avLst/>
          </a:prstGeom>
        </p:spPr>
      </p:pic>
      <p:pic>
        <p:nvPicPr>
          <p:cNvPr id="5" name="Picture 4" descr="A close up of a text&#10;&#10;AI-generated content may be incorrect.">
            <a:extLst>
              <a:ext uri="{FF2B5EF4-FFF2-40B4-BE49-F238E27FC236}">
                <a16:creationId xmlns:a16="http://schemas.microsoft.com/office/drawing/2014/main" id="{D7FAF15B-C612-C32A-83E0-4209C2459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0463" y="6103938"/>
            <a:ext cx="7216775" cy="758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33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omputer screen shot of white text&#10;&#10;AI-generated content may be incorrect.">
            <a:extLst>
              <a:ext uri="{FF2B5EF4-FFF2-40B4-BE49-F238E27FC236}">
                <a16:creationId xmlns:a16="http://schemas.microsoft.com/office/drawing/2014/main" id="{6E44F829-E6E9-A963-DDF5-6A74CA038B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429" y="4112583"/>
            <a:ext cx="8013700" cy="27495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2EF8EA-B4EA-F6DB-6ECC-F1AD5B75A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Schedulers tested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0A9F3-970B-45E6-542C-7879BCEC8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dirty="0"/>
              <a:t>CFS – Completely Fair Scheduler – The default Linux scheduler</a:t>
            </a:r>
          </a:p>
          <a:p>
            <a:r>
              <a:rPr lang="en-US" dirty="0"/>
              <a:t>RR – Round Robin – Tasks can run until their time slice expires</a:t>
            </a:r>
          </a:p>
          <a:p>
            <a:r>
              <a:rPr lang="en-US" dirty="0"/>
              <a:t>FIFO – First in, First out – Tasks run in order and to completion</a:t>
            </a:r>
          </a:p>
          <a:p>
            <a:r>
              <a:rPr lang="en-US" dirty="0"/>
              <a:t>Prio – Priority Queue – Tasks are given a priority when they're </a:t>
            </a:r>
            <a:r>
              <a:rPr lang="en-US" err="1"/>
              <a:t>enqueud</a:t>
            </a:r>
            <a:endParaRPr lang="en-US"/>
          </a:p>
          <a:p>
            <a:r>
              <a:rPr lang="en-US" dirty="0"/>
              <a:t>Testing was done with</a:t>
            </a:r>
            <a:br>
              <a:rPr lang="en-US" dirty="0"/>
            </a:br>
            <a:r>
              <a:rPr lang="en-US" dirty="0"/>
              <a:t>the stress-ng --matrix tool</a:t>
            </a:r>
          </a:p>
          <a:p>
            <a:pPr lvl="1" indent="-228600"/>
            <a:r>
              <a:rPr lang="en-US" i="0" dirty="0"/>
              <a:t> - Performs millions of </a:t>
            </a:r>
            <a:br>
              <a:rPr lang="en-US" i="0" dirty="0"/>
            </a:br>
            <a:r>
              <a:rPr lang="en-US" i="0" dirty="0"/>
              <a:t>floating point operations</a:t>
            </a:r>
          </a:p>
          <a:p>
            <a:pPr lvl="1" indent="-285750"/>
            <a:r>
              <a:rPr lang="en-US" i="0" dirty="0"/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18806550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2F2AB-00C6-6CE9-0452-2083DBEF6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Testing Results 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0986E32C-B13E-EABA-718D-BF47F93F666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73484017"/>
              </p:ext>
            </p:extLst>
          </p:nvPr>
        </p:nvGraphicFramePr>
        <p:xfrm>
          <a:off x="3175" y="2327275"/>
          <a:ext cx="5803900" cy="4533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6121C8F3-3C39-78B3-524D-2D123C013638}"/>
              </a:ext>
              <a:ext uri="{147F2762-F138-4A5C-976F-8EAC2B608ADB}">
                <a16:predDERef xmlns:a16="http://schemas.microsoft.com/office/drawing/2014/main" pred="{0986E32C-B13E-EABA-718D-BF47F93F666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18263909"/>
              </p:ext>
            </p:extLst>
          </p:nvPr>
        </p:nvGraphicFramePr>
        <p:xfrm>
          <a:off x="5807075" y="2327275"/>
          <a:ext cx="6388100" cy="4533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413159018"/>
      </p:ext>
    </p:extLst>
  </p:cSld>
  <p:clrMapOvr>
    <a:masterClrMapping/>
  </p:clrMapOvr>
</p:sld>
</file>

<file path=ppt/theme/theme1.xml><?xml version="1.0" encoding="utf-8"?>
<a:theme xmlns:a="http://schemas.openxmlformats.org/drawingml/2006/main" name="RegattaVTI">
  <a:themeElements>
    <a:clrScheme name="Regatta Yellow">
      <a:dk1>
        <a:sysClr val="windowText" lastClr="000000"/>
      </a:dk1>
      <a:lt1>
        <a:sysClr val="window" lastClr="FFFFFF"/>
      </a:lt1>
      <a:dk2>
        <a:srgbClr val="181C30"/>
      </a:dk2>
      <a:lt2>
        <a:srgbClr val="C8E1F4"/>
      </a:lt2>
      <a:accent1>
        <a:srgbClr val="217ED3"/>
      </a:accent1>
      <a:accent2>
        <a:srgbClr val="B92525"/>
      </a:accent2>
      <a:accent3>
        <a:srgbClr val="18558C"/>
      </a:accent3>
      <a:accent4>
        <a:srgbClr val="1D8B35"/>
      </a:accent4>
      <a:accent5>
        <a:srgbClr val="EA75AA"/>
      </a:accent5>
      <a:accent6>
        <a:srgbClr val="F5A700"/>
      </a:accent6>
      <a:hlink>
        <a:srgbClr val="DB0000"/>
      </a:hlink>
      <a:folHlink>
        <a:srgbClr val="066BB6"/>
      </a:folHlink>
    </a:clrScheme>
    <a:fontScheme name="Walbaum Display">
      <a:majorFont>
        <a:latin typeface="Walbaum Display"/>
        <a:ea typeface=""/>
        <a:cs typeface=""/>
      </a:majorFont>
      <a:minorFont>
        <a:latin typeface="Walbaum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gattaVTI" id="{FFC3BCE5-6357-41D1-8E67-3F85B69D7E86}" vid="{893A6374-FE17-48E5-8B62-678C1B11AA1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16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RegattaVTI</vt:lpstr>
      <vt:lpstr>Implementation of Different Scheduling Algorithms in Linux Kernel</vt:lpstr>
      <vt:lpstr>Goal</vt:lpstr>
      <vt:lpstr>Before we start: Linux's Default Scheduler</vt:lpstr>
      <vt:lpstr>Presentation Overview</vt:lpstr>
      <vt:lpstr>Testing Methods</vt:lpstr>
      <vt:lpstr>Algorithms </vt:lpstr>
      <vt:lpstr>Algorithm : FCFS</vt:lpstr>
      <vt:lpstr>Algorithm : Priority</vt:lpstr>
      <vt:lpstr>Algorithm : RR</vt:lpstr>
      <vt:lpstr>Algorithm : SJF</vt:lpstr>
      <vt:lpstr>Results</vt:lpstr>
      <vt:lpstr>Linux Kernel Implementation</vt:lpstr>
      <vt:lpstr>Linux Kernel Implementation</vt:lpstr>
      <vt:lpstr>eBPF Implementation</vt:lpstr>
      <vt:lpstr>Schedulers tested</vt:lpstr>
      <vt:lpstr>Testing Results 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235</cp:revision>
  <dcterms:created xsi:type="dcterms:W3CDTF">2025-11-14T22:11:16Z</dcterms:created>
  <dcterms:modified xsi:type="dcterms:W3CDTF">2025-11-16T02:09:43Z</dcterms:modified>
</cp:coreProperties>
</file>